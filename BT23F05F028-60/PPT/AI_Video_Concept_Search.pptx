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pitch: we turn hours of lecture video into something you can ask questions to, and the answer points to the exact timestamp.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pain point. Example question comes straight from our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computed from the JSON files in the repo. Video 8 is a short clip.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Indexing runs once per video set. Querying runs for every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Hindi-language lectures are translated to English by Whisper's translate task, so retrieval and answers are in English. Each segment keeps its timestamps.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vector database on purpose: at 4,830 vectors brute-force cosine similarity is instant, and the whole index is a single portable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prompt forces the model to answer only from retrieved chunks and to cite video and timestamps.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locally, so there are no API costs and no data leaves the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limitations; it shows you understand the system. Future items are possible extensions, not claims about the current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is the planned architecture in the repo docs. It extends the working RAG core with a web app, database, summaries and scalable workers. It is not implemented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ed3205/ai-video-concept-search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8229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417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Video Concept Search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Ask a question in plain English, get the exact video and timestamp where it is taught: Retrieval-Augmented Generation over 10 lecture videos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Vednarayan Hiralkar  |  Aryan Shastri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github.com/Ved3205/ai-video-concept-search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The problem: finding one concept in hours of video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1"/>
                </a:solidFill>
              </a:rPr>
              <a:t>“Where was Java inheritance discussed?”</a:t>
            </a:r>
            <a:endParaRPr lang="en-US" sz="2400" dirty="0"/>
          </a:p>
        </p:txBody>
      </p:sp>
      <p:sp>
        <p:nvSpPr>
          <p:cNvPr id="5" name="card"/>
          <p:cNvSpPr/>
          <p:nvPr/>
        </p:nvSpPr>
        <p:spPr>
          <a:xfrm>
            <a:off x="548640" y="1920240"/>
            <a:ext cx="3931920" cy="22860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accent"/>
          <p:cNvSpPr/>
          <p:nvPr/>
        </p:nvSpPr>
        <p:spPr>
          <a:xfrm>
            <a:off x="548640" y="1920240"/>
            <a:ext cx="64008" cy="2286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2011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Without this system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7744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Watch the recordings or scrub through them manually, or search a raw transcript for exact keywords. A question phrased differently from what was spoken finds nothing.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663440" y="1920240"/>
            <a:ext cx="3931920" cy="22860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accent"/>
          <p:cNvSpPr/>
          <p:nvPr/>
        </p:nvSpPr>
        <p:spPr>
          <a:xfrm>
            <a:off x="4663440" y="1920240"/>
            <a:ext cx="64008" cy="22860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64608" y="2011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With this system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864608" y="237744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Type a natural-language question. The system retrieves the matching transcript segments by meaning and answers with the video, the timestamps and what is taught there.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Dataset: 10 Java course videos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51206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108960"/>
                <a:gridCol w="822960"/>
                <a:gridCol w="8229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Video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Chunks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Introduction to Java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251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18.7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Variables, Input &amp; Output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618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42.5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Conditional Statements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576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25.1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Loops in Java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487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29.5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Best Pattern Questions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1013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58.4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Advanced Pattern Questions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633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39.1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Functions / Methods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475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26.8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Functions Practice Questions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Time &amp; Space Complexity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319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21.9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Arrays Introduction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435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25.7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943600" y="1097280"/>
            <a:ext cx="2651760" cy="9144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943600" y="1097280"/>
            <a:ext cx="64008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126480" y="1143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4,830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6126480" y="1627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transcript chunks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943600" y="2194560"/>
            <a:ext cx="2651760" cy="9144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0" y="2194560"/>
            <a:ext cx="64008" cy="9144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12648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4.8 hours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27249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of lecture audio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43600" y="3291840"/>
            <a:ext cx="2651760" cy="9144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0" y="3291840"/>
            <a:ext cx="64008" cy="9144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26480" y="3337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1,024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126480" y="3822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dimensions per BGE-M3 embedding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End-to-end pipeline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Offline indexing (run once)</a:t>
            </a:r>
            <a:endParaRPr lang="en-US" sz="1300" dirty="0"/>
          </a:p>
        </p:txBody>
      </p:sp>
      <p:sp>
        <p:nvSpPr>
          <p:cNvPr id="5" name="card"/>
          <p:cNvSpPr/>
          <p:nvPr/>
        </p:nvSpPr>
        <p:spPr>
          <a:xfrm>
            <a:off x="548640" y="1325880"/>
            <a:ext cx="1411834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accent"/>
          <p:cNvSpPr/>
          <p:nvPr/>
        </p:nvSpPr>
        <p:spPr>
          <a:xfrm>
            <a:off x="548640" y="1325880"/>
            <a:ext cx="64008" cy="1417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417320"/>
            <a:ext cx="1091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Videos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83080"/>
            <a:ext cx="10917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10 lecture recordings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960474" y="1325880"/>
            <a:ext cx="246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&gt;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2207362" y="1325880"/>
            <a:ext cx="1411834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accent"/>
          <p:cNvSpPr/>
          <p:nvPr/>
        </p:nvSpPr>
        <p:spPr>
          <a:xfrm>
            <a:off x="2207362" y="1325880"/>
            <a:ext cx="64008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408530" y="1417320"/>
            <a:ext cx="1091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FFmpeg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408530" y="1783080"/>
            <a:ext cx="10917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Extract mp3 audio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619195" y="1325880"/>
            <a:ext cx="246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&gt;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3866083" y="1325880"/>
            <a:ext cx="1411834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accent"/>
          <p:cNvSpPr/>
          <p:nvPr/>
        </p:nvSpPr>
        <p:spPr>
          <a:xfrm>
            <a:off x="3866083" y="1325880"/>
            <a:ext cx="64008" cy="14173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67251" y="1417320"/>
            <a:ext cx="1091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Whisper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067251" y="1783080"/>
            <a:ext cx="10917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Speech to English text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277917" y="1325880"/>
            <a:ext cx="246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&gt;</a:t>
            </a:r>
            <a:endParaRPr lang="en-US" sz="1800" dirty="0"/>
          </a:p>
        </p:txBody>
      </p:sp>
      <p:sp>
        <p:nvSpPr>
          <p:cNvPr id="20" name="card"/>
          <p:cNvSpPr/>
          <p:nvPr/>
        </p:nvSpPr>
        <p:spPr>
          <a:xfrm>
            <a:off x="5524805" y="1325880"/>
            <a:ext cx="1411834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accent"/>
          <p:cNvSpPr/>
          <p:nvPr/>
        </p:nvSpPr>
        <p:spPr>
          <a:xfrm>
            <a:off x="5524805" y="1325880"/>
            <a:ext cx="64008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25973" y="1417320"/>
            <a:ext cx="1091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JSON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725973" y="1783080"/>
            <a:ext cx="10917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Timed chunks per video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936638" y="1325880"/>
            <a:ext cx="246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&gt;</a:t>
            </a:r>
            <a:endParaRPr lang="en-US" sz="1800" dirty="0"/>
          </a:p>
        </p:txBody>
      </p:sp>
      <p:sp>
        <p:nvSpPr>
          <p:cNvPr id="25" name="card"/>
          <p:cNvSpPr/>
          <p:nvPr/>
        </p:nvSpPr>
        <p:spPr>
          <a:xfrm>
            <a:off x="7183526" y="1325880"/>
            <a:ext cx="1411834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accent"/>
          <p:cNvSpPr/>
          <p:nvPr/>
        </p:nvSpPr>
        <p:spPr>
          <a:xfrm>
            <a:off x="7183526" y="1325880"/>
            <a:ext cx="64008" cy="14173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84694" y="1417320"/>
            <a:ext cx="1091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BGE-M3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384694" y="1783080"/>
            <a:ext cx="10917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Embed every chunk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Online querying (every question)</a:t>
            </a:r>
            <a:endParaRPr lang="en-US" sz="1300" dirty="0"/>
          </a:p>
        </p:txBody>
      </p:sp>
      <p:sp>
        <p:nvSpPr>
          <p:cNvPr id="30" name="card"/>
          <p:cNvSpPr/>
          <p:nvPr/>
        </p:nvSpPr>
        <p:spPr>
          <a:xfrm>
            <a:off x="548640" y="3200400"/>
            <a:ext cx="1411834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accent"/>
          <p:cNvSpPr/>
          <p:nvPr/>
        </p:nvSpPr>
        <p:spPr>
          <a:xfrm>
            <a:off x="548640" y="3200400"/>
            <a:ext cx="64008" cy="1417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" y="3291840"/>
            <a:ext cx="1091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Question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49808" y="3657600"/>
            <a:ext cx="10917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Natural language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960474" y="3200400"/>
            <a:ext cx="246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&gt;</a:t>
            </a:r>
            <a:endParaRPr lang="en-US" sz="1800" dirty="0"/>
          </a:p>
        </p:txBody>
      </p:sp>
      <p:sp>
        <p:nvSpPr>
          <p:cNvPr id="35" name="card"/>
          <p:cNvSpPr/>
          <p:nvPr/>
        </p:nvSpPr>
        <p:spPr>
          <a:xfrm>
            <a:off x="2207362" y="3200400"/>
            <a:ext cx="1411834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accent"/>
          <p:cNvSpPr/>
          <p:nvPr/>
        </p:nvSpPr>
        <p:spPr>
          <a:xfrm>
            <a:off x="2207362" y="3200400"/>
            <a:ext cx="64008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408530" y="3291840"/>
            <a:ext cx="1091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Embed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2408530" y="3657600"/>
            <a:ext cx="10917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Same BGE-M3 model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3619195" y="3200400"/>
            <a:ext cx="246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&gt;</a:t>
            </a:r>
            <a:endParaRPr lang="en-US" sz="1800" dirty="0"/>
          </a:p>
        </p:txBody>
      </p:sp>
      <p:sp>
        <p:nvSpPr>
          <p:cNvPr id="40" name="card"/>
          <p:cNvSpPr/>
          <p:nvPr/>
        </p:nvSpPr>
        <p:spPr>
          <a:xfrm>
            <a:off x="3866083" y="3200400"/>
            <a:ext cx="1411834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1" name="accent"/>
          <p:cNvSpPr/>
          <p:nvPr/>
        </p:nvSpPr>
        <p:spPr>
          <a:xfrm>
            <a:off x="3866083" y="3200400"/>
            <a:ext cx="64008" cy="14173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067251" y="3291840"/>
            <a:ext cx="1091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Search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4067251" y="3657600"/>
            <a:ext cx="10917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Cosine similarity, top 5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5277917" y="3200400"/>
            <a:ext cx="246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&gt;</a:t>
            </a:r>
            <a:endParaRPr lang="en-US" sz="1800" dirty="0"/>
          </a:p>
        </p:txBody>
      </p:sp>
      <p:sp>
        <p:nvSpPr>
          <p:cNvPr id="45" name="card"/>
          <p:cNvSpPr/>
          <p:nvPr/>
        </p:nvSpPr>
        <p:spPr>
          <a:xfrm>
            <a:off x="5524805" y="3200400"/>
            <a:ext cx="1411834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6" name="accent"/>
          <p:cNvSpPr/>
          <p:nvPr/>
        </p:nvSpPr>
        <p:spPr>
          <a:xfrm>
            <a:off x="5524805" y="3200400"/>
            <a:ext cx="64008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725973" y="3291840"/>
            <a:ext cx="1091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Prompt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5725973" y="3657600"/>
            <a:ext cx="10917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Question + chunks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6936638" y="3200400"/>
            <a:ext cx="246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&gt;</a:t>
            </a:r>
            <a:endParaRPr lang="en-US" sz="1800" dirty="0"/>
          </a:p>
        </p:txBody>
      </p:sp>
      <p:sp>
        <p:nvSpPr>
          <p:cNvPr id="50" name="card"/>
          <p:cNvSpPr/>
          <p:nvPr/>
        </p:nvSpPr>
        <p:spPr>
          <a:xfrm>
            <a:off x="7183526" y="3200400"/>
            <a:ext cx="1411834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1" name="accent"/>
          <p:cNvSpPr/>
          <p:nvPr/>
        </p:nvSpPr>
        <p:spPr>
          <a:xfrm>
            <a:off x="7183526" y="3200400"/>
            <a:ext cx="64008" cy="14173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384694" y="3291840"/>
            <a:ext cx="1091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Llama 3.2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7384694" y="3657600"/>
            <a:ext cx="10917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Grounded answer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Step 1: audio and transcription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548640" y="1143000"/>
            <a:ext cx="3931920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accent"/>
          <p:cNvSpPr/>
          <p:nvPr/>
        </p:nvSpPr>
        <p:spPr>
          <a:xfrm>
            <a:off x="548640" y="1143000"/>
            <a:ext cx="64008" cy="1417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234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Audio extraction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16002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process_video.py runs FFmpeg on every video and saves numbered mp3 files, e.g. 10_Arrays_Introduction_Java_.mp3.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548640" y="2743200"/>
            <a:ext cx="393192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accent"/>
          <p:cNvSpPr/>
          <p:nvPr/>
        </p:nvSpPr>
        <p:spPr>
          <a:xfrm>
            <a:off x="548640" y="2743200"/>
            <a:ext cx="64008" cy="1600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Whisper (medium model)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20040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create_chunks.py transcribes each mp3 (Hindi audio, task = translate to English) and writes one JSON file per recording, one chunk per Whisper segment.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143000"/>
            <a:ext cx="3931920" cy="3200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One chunk in jsons/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64592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"number": "10",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"10_Arrays_Introduction_Java_",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"start": 0.0,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"end": 4.0,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"text": " Hi everyone and welcome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the Java placement course."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Step 2: embeddings and storage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548640" y="1143000"/>
            <a:ext cx="2560320" cy="310896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accent"/>
          <p:cNvSpPr/>
          <p:nvPr/>
        </p:nvSpPr>
        <p:spPr>
          <a:xfrm>
            <a:off x="548640" y="1143000"/>
            <a:ext cx="64008" cy="31089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BGE-M3 via Ollama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160020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read_chunks.py sends each chunk's text to the local Ollama embed API. Every chunk becomes a 1,024-dimension vector that captures meaning, so different wording still matches.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291840" y="1143000"/>
            <a:ext cx="2560320" cy="310896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accent"/>
          <p:cNvSpPr/>
          <p:nvPr/>
        </p:nvSpPr>
        <p:spPr>
          <a:xfrm>
            <a:off x="3291840" y="1143000"/>
            <a:ext cx="64008" cy="3108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93008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JSON per recording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493008" y="160020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Transcript chunks stay in one JSON file per video, with title, video number, start, end and text. This is the human-readable source of truth.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035040" y="1143000"/>
            <a:ext cx="2560320" cy="310896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accent"/>
          <p:cNvSpPr/>
          <p:nvPr/>
        </p:nvSpPr>
        <p:spPr>
          <a:xfrm>
            <a:off x="6035040" y="1143000"/>
            <a:ext cx="64008" cy="31089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36208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One joblib index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236208" y="160020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All 4,830 chunks and their embeddings are combined into a pandas DataFrame and saved as embeddings.joblib (about 45 MB), loaded once at query time.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Step 3: retrieval and grounded answers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1826514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accent"/>
          <p:cNvSpPr/>
          <p:nvPr/>
        </p:nvSpPr>
        <p:spPr>
          <a:xfrm>
            <a:off x="548640" y="1097280"/>
            <a:ext cx="64008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188720"/>
            <a:ext cx="150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Embed query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1554480"/>
            <a:ext cx="15064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Same model as indexing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375154" y="1097280"/>
            <a:ext cx="246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&gt;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2622042" y="1097280"/>
            <a:ext cx="1826514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accent"/>
          <p:cNvSpPr/>
          <p:nvPr/>
        </p:nvSpPr>
        <p:spPr>
          <a:xfrm>
            <a:off x="2622042" y="1097280"/>
            <a:ext cx="64008" cy="1371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23210" y="1188720"/>
            <a:ext cx="150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Cosine similarity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823210" y="1554480"/>
            <a:ext cx="15064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Against all 4,830 chunks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448556" y="1097280"/>
            <a:ext cx="246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&gt;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4695444" y="1097280"/>
            <a:ext cx="1826514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accent"/>
          <p:cNvSpPr/>
          <p:nvPr/>
        </p:nvSpPr>
        <p:spPr>
          <a:xfrm>
            <a:off x="4695444" y="1097280"/>
            <a:ext cx="64008" cy="13716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96612" y="1188720"/>
            <a:ext cx="150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Top 5 chunks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896612" y="1554480"/>
            <a:ext cx="15064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Title, number, start, end, text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521958" y="1097280"/>
            <a:ext cx="246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&gt;</a:t>
            </a:r>
            <a:endParaRPr lang="en-US" sz="1800" dirty="0"/>
          </a:p>
        </p:txBody>
      </p:sp>
      <p:sp>
        <p:nvSpPr>
          <p:cNvPr id="19" name="card"/>
          <p:cNvSpPr/>
          <p:nvPr/>
        </p:nvSpPr>
        <p:spPr>
          <a:xfrm>
            <a:off x="6768846" y="1097280"/>
            <a:ext cx="1826514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accent"/>
          <p:cNvSpPr/>
          <p:nvPr/>
        </p:nvSpPr>
        <p:spPr>
          <a:xfrm>
            <a:off x="6768846" y="1097280"/>
            <a:ext cx="64008" cy="13716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70014" y="1188720"/>
            <a:ext cx="150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Llama 3.2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970014" y="1554480"/>
            <a:ext cx="15064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Local via Ollama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2697480"/>
            <a:ext cx="8046720" cy="17830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27889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What the RAG prompt enforces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3154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Answer only from the provided chunks, never from general knowledge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Say which video contains the answer and the relevant timestamps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Explain what is taught in those timestamps and guide the user to that section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If the question is unrelated, state that it only covers the provided videos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548640" y="118872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accent"/>
          <p:cNvSpPr/>
          <p:nvPr/>
        </p:nvSpPr>
        <p:spPr>
          <a:xfrm>
            <a:off x="548640" y="1188720"/>
            <a:ext cx="64008" cy="1463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280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Python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1645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Pipeline scripts, pandas DataFrame, scikit-learn cosine similarity, joblib persistence.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264408" y="118872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accent"/>
          <p:cNvSpPr/>
          <p:nvPr/>
        </p:nvSpPr>
        <p:spPr>
          <a:xfrm>
            <a:off x="3264408" y="1188720"/>
            <a:ext cx="64008" cy="14630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65576" y="1280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FFmpeg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465576" y="1645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Extracts audio from the video files.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5980176" y="118872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accent"/>
          <p:cNvSpPr/>
          <p:nvPr/>
        </p:nvSpPr>
        <p:spPr>
          <a:xfrm>
            <a:off x="5980176" y="1188720"/>
            <a:ext cx="64008" cy="14630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81344" y="1280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OpenAI Whisper (medium)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181344" y="1645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Speech-to-text with segment timestamps; Hindi audio translated to English.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548640" y="283464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accent"/>
          <p:cNvSpPr/>
          <p:nvPr/>
        </p:nvSpPr>
        <p:spPr>
          <a:xfrm>
            <a:off x="548640" y="2834640"/>
            <a:ext cx="64008" cy="1463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9808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BGE-M3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Multilingual embedding model, served by Ollama.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3264408" y="283464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accent"/>
          <p:cNvSpPr/>
          <p:nvPr/>
        </p:nvSpPr>
        <p:spPr>
          <a:xfrm>
            <a:off x="3264408" y="2834640"/>
            <a:ext cx="64008" cy="14630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65576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Llama 3.2 (Ollama)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465576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Local LLM that writes the grounded answer.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5980176" y="283464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accent"/>
          <p:cNvSpPr/>
          <p:nvPr/>
        </p:nvSpPr>
        <p:spPr>
          <a:xfrm>
            <a:off x="5980176" y="2834640"/>
            <a:ext cx="64008" cy="14630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81344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JSON + joblib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181344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Transcript chunks per video and a single embeddings index.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Limitations and future scope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3931920" cy="32004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43000"/>
            <a:ext cx="64008" cy="32004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Current limitations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6916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Tested on 10 videos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Transcript-based retrieval only; no speaker diarization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Quality depends on transcript accuracy and chunking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Command-line prototype, no web interface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143000"/>
            <a:ext cx="3931920" cy="32004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143000"/>
            <a:ext cx="64008" cy="32004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Future scope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16916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Better chunking and reranking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Timestamp citations with source 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Vector database such as Qdrant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Web interface and multi-meeting search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Summaries, action items, decisions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Where it is heading: the full platform</a:t>
            </a:r>
            <a:endParaRPr lang="en-US" sz="2800" dirty="0"/>
          </a:p>
        </p:txBody>
      </p:sp>
      <p:pic>
        <p:nvPicPr>
          <p:cNvPr id="4" name="architecture" descr="/home/claude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5212080" cy="3474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98932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Planned vision (not yet built)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989320" y="146304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Working today: the RAG core in this deck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Planned: FastAPI backend, Next.js frontend, Qdrant, PostgreSQL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Planned: summaries, action items, Kafka workers</a:t>
            </a:r>
            <a:endParaRPr lang="en-US" sz="1200" dirty="0"/>
          </a:p>
        </p:txBody>
      </p:sp>
      <p:sp>
        <p:nvSpPr>
          <p:cNvPr id="7" name="Text 3">
            <a:hlinkClick r:id="rId2" tooltip=""/>
          </p:cNvPr>
          <p:cNvSpPr txBox="1"/>
          <p:nvPr/>
        </p:nvSpPr>
        <p:spPr>
          <a:xfrm>
            <a:off x="5989320" y="3977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github.com/Ved3205/ai-video-concept-search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etingIntel">
  <a:themeElements>
    <a:clrScheme name="MeetingIntel">
      <a:dk1>
        <a:srgbClr val="0F172A"/>
      </a:dk1>
      <a:lt1>
        <a:srgbClr val="FFFFFF"/>
      </a:lt1>
      <a:dk2>
        <a:srgbClr val="475569"/>
      </a:dk2>
      <a:lt2>
        <a:srgbClr val="F1F5F9"/>
      </a:lt2>
      <a:accent1>
        <a:srgbClr val="0D9488"/>
      </a:accent1>
      <a:accent2>
        <a:srgbClr val="2563EB"/>
      </a:accent2>
      <a:accent3>
        <a:srgbClr val="F59E0B"/>
      </a:accent3>
      <a:accent4>
        <a:srgbClr val="7C3AED"/>
      </a:accent4>
      <a:accent5>
        <a:srgbClr val="E11D48"/>
      </a:accent5>
      <a:accent6>
        <a:srgbClr val="16A34A"/>
      </a:accent6>
      <a:hlink>
        <a:srgbClr val="2563EB"/>
      </a:hlink>
      <a:folHlink>
        <a:srgbClr val="7C3AED"/>
      </a:folHlink>
    </a:clrScheme>
    <a:fontScheme name="MeetingInte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Meeting Intelligence Platform – Review 2</dc:title>
  <dc:subject>PptxGenJS Presentation</dc:subject>
  <dc:creator>Ved</dc:creator>
  <cp:lastModifiedBy>Ved</cp:lastModifiedBy>
  <cp:revision>1</cp:revision>
  <dcterms:created xsi:type="dcterms:W3CDTF">2026-10-11T13:03:50Z</dcterms:created>
  <dcterms:modified xsi:type="dcterms:W3CDTF">2026-10-11T13:03:50Z</dcterms:modified>
</cp:coreProperties>
</file>